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 Studio Templates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  |  How and Where to Use Them  |  May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2E75B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Agenda  —  30 Minutes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721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Why  —  Where the UI stops and templates start                  5 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" y="1965960"/>
            <a:ext cx="1182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29514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65960"/>
            <a:ext cx="1048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What  —  Repo walkthrough: what each folder solves           8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" y="2788920"/>
            <a:ext cx="1182624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31181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88920"/>
            <a:ext cx="1048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How  —  Live build: Basic FAQ agent                               12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" y="3611880"/>
            <a:ext cx="1182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94106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611880"/>
            <a:ext cx="1048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Start and Contribute  —  Your next steps                           5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UI stops and templates start  |  5 min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UI Is Fine  —  Until These Scenarios Hit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1024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241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316736"/>
            <a:ext cx="8595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1371600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716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solo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completely fine — build, test, publish. No templates needed.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" y="1993392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993392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1993392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wires error handling and telemetry differently. Six months later you have 5 agents with 5 different patterns that nobody can maintain consistently.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" y="2615184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61518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15184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has no Dev → UAT → Prod promotion. Every release is a manual republish and reconfigure. No audit trail, no rollback.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" y="3236976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2369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236976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topics emit no telemetry. You have zero visibility into fallback rate, escalation triggers, or error frequency once the agent is live.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" y="3858768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858768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project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858768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agent, you rebuild the same retry logic, the same CI/CD pipeline, the same UAT test plan. Templates mean you do it once.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" y="4480560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448056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4480560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templates, new developers learn by reading whatever the last person wrote — which varies. Templates give everyone the same starting point.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One-Line Answer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8778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179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UI builds a working agent.  Templates build an agent a team can maintain, monitor, and deploy consistently."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" y="2057400"/>
            <a:ext cx="1182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4323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57400"/>
            <a:ext cx="1048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agent   =   right responses, correct topics, knowledge connected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" y="2971800"/>
            <a:ext cx="11826240" cy="8778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33467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971800"/>
            <a:ext cx="1048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  =   telemetry to monitor it, CI/CD to deploy it, consistent patterns across the team, governance docs to sign it off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" y="3886200"/>
            <a:ext cx="1182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42611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886200"/>
            <a:ext cx="1048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templates close the gap between the two.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walkthrough: what each folder solves  |  8 min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base/  and  components/  —  What Each Folder Solves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1024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241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316736"/>
            <a:ext cx="8595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1371600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716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files every agent starts from. Replaces minimal UI defaults with: 3-retry fallback, structured telemetry events, test-vs-production error handling, OutOfScope (not created by UI at all).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" y="1993392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993392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1993392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drop-in topic patterns: escalation, disambiguation, CSAT, auth sign-in, knowledge search. Common patterns every team solves from scratch — these are already solved.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" y="2615184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61518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15184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knowledge source templates (SharePoint, public website, Dataverse glossary). The UI creates knowledge sources but without consistent structure or glossary injection.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" y="3236976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2369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236976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action templates (connector + MCP) with output validation and telemetry. The UI wires actions but without error handling or logging on the action call.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" y="3858768"/>
            <a:ext cx="1182624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858768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adaptive-cards/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858768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 designs: confirmation, status, form, feedback thumbs/rating/category. Adaptive card JSON is complex — these are tested, PII-safe, reusable.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" y="4480560"/>
            <a:ext cx="1182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448056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4480560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agent template for orchestrator pattern. Use when one agent needs to hand off to a specialist. Recipe 05 shows how to wire them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recipes/  prompts/  ci-cd/  project-delivery/  —  What Each Solves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1024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241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316736"/>
            <a:ext cx="8595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1371600"/>
            <a:ext cx="11826240" cy="6766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7160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step-by-step guides (30 min to 3 hrs). Tells you which base + components to combine for your agent type. Without this, each developer assembles a different 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" y="2084832"/>
            <a:ext cx="1182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08483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084832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ready-made agent personas (HR, IT helpdesk, customer support, knowledge base). Paste directly into agent.mcs.yml — skip writing the system prompt from scratch.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" y="2798064"/>
            <a:ext cx="11826240" cy="6766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798064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ai-prompts/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798064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prompts to run in Claude: generate topic YAML, generate eval cases, review agent quality. Turns a plain-English description into production YAML.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" y="3511296"/>
            <a:ext cx="1182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511296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511296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GitHub Actions workflows: push to Dev on every PR, promote to UAT, promote to Prod. The UI has no CI/CD at all — this is the biggest operational gap templates close.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" y="4224528"/>
            <a:ext cx="11826240" cy="6766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422452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4224528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delivery artifacts: requirements questionnaire, UAT test plan, enterprise readiness assessment, functional design doc. Every project needs these — templates mean you fill in, not create.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Engineering Playbook  —  Entry Point by Role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8074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/ New to Copilot Studio          Stage 0 to 3  —  walk every step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" y="1783080"/>
            <a:ext cx="1182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02082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8308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 (1–2 years)                   Stage 0 (decision)  →  Stage 2 (templates)  →  Stage 3 (build)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" y="2423160"/>
            <a:ext cx="1182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66090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2316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                            Stage 4 (innovation), 4.5 (pro-code), 6 (CI/CD), 9 (telemetry)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" y="3063240"/>
            <a:ext cx="1182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3009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6324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                                      Stage 5 (governance)  →  Stage 6 (CI/CD)  →  Stage 10 (monitoring)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" y="3703320"/>
            <a:ext cx="1182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94106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70332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/ Business owner              Stage 0 (decision matrix) and Stage 5 (governance)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" y="4343400"/>
            <a:ext cx="1182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458114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43400"/>
            <a:ext cx="1048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 —  Stage 5 Governance is a delivery blocker. Read it before every engagement.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build: Basic FAQ agent  |  12 min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Demo  —  Pre-stage 10 Min Before the Call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1: make.preview.microsoft.com  —  blank agent 'Demo FAQ Agent' already created, on Overview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" y="1673352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8562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2: Copilot Studio test pane open and ready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" y="2203704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865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03704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this repo open in Explorer, terminal at repo root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" y="2734056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16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34056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pac auth list  —  confirm your Dev environment is selected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" y="3264408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44728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64408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other windows before you start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Demo  —  Basic FAQ Agent in 5 Steps  (12 min)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Clone:            Ctrl+Shift+P  →  Copilot Studio: Clone Agent  →  select Demo FAQ Agent  →  output to agents\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" y="1673352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8562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Replace base:  Run PowerShell 1-liner to overwrite minimal default topics with base/ production versions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" y="2203704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865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03704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Knowledge:      Copy components/knowledge/sharepoint/sharepoint.knowledge.mcs.yml, fill 2 placeholders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" y="2734056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16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34056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Push:               Ctrl+Shift+P  →  Copilot Studio: Apply Changes   (~30 sec)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" y="3264408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44728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64408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Test:                Hello  /  ask a question  /  I want to speak to a human  —  show all 3 paths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Templates Did in That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 Fallback  —  3-retry loop and escalation instead of a single error message from the UI default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" y="1673352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8562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 OnError   —  test mode shows debug details; production shows safe message + reference 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" y="2203704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865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03704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 OutOfScope  —  not created by the UI at all; template adds redirect + telemetry event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" y="2734056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16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34056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components/knowledge/  —  knowledge source YAML with correct structure; filled 2 fields instead of writing from scratch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" y="3264408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44728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64408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consistent, monitored, production-ready starting point — not a blank slate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and Contribute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  |  5 min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Start on Your Next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3560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Set up tools once (~20 min)   Install PAC CLI  →  pac auth create  →  install 3 VS Code extensions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" y="1892808"/>
            <a:ext cx="1182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18541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92808"/>
            <a:ext cx="1048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Pick your recipe                   Open README.md, find your agent type in the recipe table, follow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" y="2642616"/>
            <a:ext cx="1182624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93522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42616"/>
            <a:ext cx="1048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Follow your role entry point   Open ENGINEERING-PLAYBOOK.md  →  find your role  →  start at your stage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" y="3392424"/>
            <a:ext cx="1182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6850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92424"/>
            <a:ext cx="1048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doc: docs/QUICKSTART.md  —  working agent in under 1 hour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Contribute 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 pattern        Copy components/topics/_scaffold/   →   build your pattern   →   open a PR to components/topics/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" y="1673352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8562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persona      Add markdown file to prompts/system-prompts/   —   one file, one PR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" y="2203704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865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03704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recipe                  Document a template combination not yet covered   →   add to recipes/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" y="2734056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16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34056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team member adds back what they build  —  the repo grows with each project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182624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072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1143000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tools on your machine                ENGINEERING-PLAYBOOK.md Stage 1   (20 min, once per machine)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" y="1673352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85623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recipe for your next project        Open README.md and find your agent type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" y="2203704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86584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03704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Stage 5 Governance                       Delivery blocker for all roles  —  read before your next engagement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" y="2734056"/>
            <a:ext cx="1182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16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34056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                                             Copy a scaffold, build your pattern, open a PR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" y="3264408"/>
            <a:ext cx="11826240" cy="4937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44728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64408"/>
            <a:ext cx="10485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                                          Open an issue in this repository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Templates — Team Sync</dc:title>
  <dc:subject>PptxGenJS Presentation</dc:subject>
  <dc:creator>PptxGenJS</dc:creator>
  <cp:lastModifiedBy>PptxGenJS</cp:lastModifiedBy>
  <cp:revision>1</cp:revision>
  <dcterms:created xsi:type="dcterms:W3CDTF">2026-05-19T00:08:10Z</dcterms:created>
  <dcterms:modified xsi:type="dcterms:W3CDTF">2026-05-19T00:08:10Z</dcterms:modified>
</cp:coreProperties>
</file>