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Copilot Studio Templates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  |  How and Where to Use Them  |  May 2026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217920"/>
            <a:ext cx="12192000" cy="182880"/>
          </a:xfrm>
          <a:prstGeom prst="rect">
            <a:avLst/>
          </a:prstGeom>
          <a:solidFill>
            <a:srgbClr val="2E75B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Today's Agenda  —  30 Minutes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78638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4721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Why  —  The problem this repo solves                              5 min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9728" y="1965960"/>
            <a:ext cx="11826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29514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965960"/>
            <a:ext cx="104851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What  —  Repo walkthrough in VS Code                            8 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" y="2788920"/>
            <a:ext cx="11826240" cy="78638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311810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788920"/>
            <a:ext cx="104851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How  —  Live build: Basic FAQ agent                             12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9728" y="3611880"/>
            <a:ext cx="11826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394106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3611880"/>
            <a:ext cx="104851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Start and Contribute  —  Your next steps                         5 min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75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2286000" y="14630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286000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this repo solves  |  5 min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Problem  —  Starting From Blank Every Time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325880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agent project: set up error handling, wire telemetry, write fallback topic, build CI/CD pipeline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" y="1673352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1856232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673352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the actual agent  —  it is scaffolding we rebuild from scratch every time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" y="2203704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3865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203704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inconsistent quality across projects, 2–3 days of repetitive setup per engagement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" y="2734056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2916936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734056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still configure placeholders and understand the YAML  —  this is a starting point, not a wizard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the Repo Fixes  —  Before vs After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325880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Write Greeting/Fallback/OnError/OutOfScope manually   ▶   AFTER: Copy base/  —  telemetry and retry built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" y="1673352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1856232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673352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Figure out knowledge source YAML each time              ▶   AFTER: Copy components/knowledge/  —  fill in your URL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" y="2203704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3865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203704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Build CI/CD pipeline per project                              ▶   AFTER: Copy ci-cd/  —  Dev to UAT to Prod already wired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9728" y="2734056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2916936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734056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Create UAT test plans each engagement                    ▶   AFTER: Open project-delivery/  —  12 artifacts ready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5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2286000" y="14630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286000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walkthrough in VS Code  |  8 min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Repo Structure  —  What Is Where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60350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38074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base/              5 files every agent starts from: agent.mcs.yml, settings.mcs.yml, Greeting, Fallback, OnError, OutOfScope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" y="1783080"/>
            <a:ext cx="11826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02082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78308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components/     Drop-in additions: 11 topics, 3 knowledge sources, 2 actions, 6 adaptive cards, child agents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" y="2423160"/>
            <a:ext cx="11826240" cy="60350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66090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42316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recipes/           8 step-by-step guides combining base + components for specific agent types  (30 min to 3 hrs)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9728" y="3063240"/>
            <a:ext cx="11826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33009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306324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prompts/           4 system prompt personas + 6 AI prompts to generate YAML via Claude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09728" y="3703320"/>
            <a:ext cx="11826240" cy="60350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394106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70332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ci-cd/              5 GitHub Actions workflows: push to Dev on PR, promote to UAT, promote to Prod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9728" y="4343400"/>
            <a:ext cx="11826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458114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434340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project-delivery/  12 delivery artifacts: requirements questionnaire, design worksheets, UAT test plan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Engineering Playbook  —  Entry Point by Role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60350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38074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 / New to Copilot Studio          Stage 0 to 3  —  walk every step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" y="1783080"/>
            <a:ext cx="11826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02082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78308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 (1–2 years)                   Stage 0 (decision)  →  Stage 2 (templates)  →  Stage 3 (build)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" y="2423160"/>
            <a:ext cx="11826240" cy="60350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66090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42316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developer                             Stage 4 (innovation), 4.5 (pro-code), 6 (CI/CD), 9 (telemetry)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9728" y="3063240"/>
            <a:ext cx="11826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33009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306324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lead                                       Stage 5 (governance)  →  Stage 6 (CI/CD)  →  Stage 10 (monitoring)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09728" y="3703320"/>
            <a:ext cx="11826240" cy="60350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394106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70332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/ Business owner              Stage 0 (decision matrix) and Stage 5 (governance)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9728" y="4343400"/>
            <a:ext cx="11826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458114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4343400"/>
            <a:ext cx="1048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 —  Stage 5 Governance is a delivery blocker. Read it regardless of your role.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75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2286000" y="14630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286000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build: Basic FAQ agent  |  12 min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Live Demo  —  Pre-stage 10 Min Before the Call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325880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tab 1: make.preview.microsoft.com  —  blank agent 'Demo FAQ Agent' already created, on Overview page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" y="1673352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1856232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673352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tab 2: Copilot Studio test pane open and ready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" y="2203704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3865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203704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Code: this repo open in Explorer, terminal at repo root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" y="2734056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2916936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734056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pac auth list  —  confirm your Dev environment is selected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" y="3264408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3447288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264408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all other windows before you start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Live Demo  —  Basic FAQ Agent in 5 Steps  (12 min)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325880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 Clone agent:     Ctrl+Shift+P  →  Copilot Studio: Clone Agent  →  select Demo FAQ Agent  →  output to agents\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" y="1673352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1856232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673352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 Copy base:       Run PowerShell 1-liner to copy 4 topics + agent.mcs.yml + settings.mcs.yml from base/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" y="2203704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3865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203704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Add knowledge: Copy components/knowledge/sharepoint/sharepoint.knowledge.mcs.yml, fill 2 placeholders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9728" y="2734056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2916936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734056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Push:                Ctrl+Shift+P  →  Copilot Studio: Apply Changes   (~30 sec)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09728" y="3264408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3447288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264408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Test:                 Hello  /  ask a question  /  I want to speak to a human  —  show all 3 paths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75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7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2286000" y="14630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Start and Contribute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286000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next steps  |  5 min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to Start on Your Next Project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71323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435608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 Set up tools once (~20 min)   Install PAC CLI  →  pac auth create  →  install 3 VS Code extensions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" y="1892808"/>
            <a:ext cx="11826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185416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892808"/>
            <a:ext cx="10485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 Pick your recipe                   Open README.md, find your agent type in the recipe table, follow it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" y="2642616"/>
            <a:ext cx="11826240" cy="71323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93522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642616"/>
            <a:ext cx="10485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Follow your role entry point   Open ENGINEERING-PLAYBOOK.md  →  find your role  →  start at your stage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" y="3392424"/>
            <a:ext cx="11826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3685032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3392424"/>
            <a:ext cx="10485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doc: docs/QUICKSTART.md  —  working agent in under 1 hour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to Contribute Back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325880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topic pattern        Copy components/topics/_scaffold/   →   build your pattern   →   open a PR to components/topics/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" y="1673352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1856232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673352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agent persona      Add markdown file to prompts/system-prompts/   —   one file, one PR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" y="2203704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3865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203704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recipe                  Document a template combination not yet covered   →   add to recipes/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" y="2734056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2916936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734056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every team member adds back what they build  —  the repo grows with each project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1826240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91440"/>
            <a:ext cx="1072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Next Steps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9728" y="1143000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1325880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43000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tools on your machine                ENGINEERING-PLAYBOOK.md Stage 1   (20 min, once per machine)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" y="1673352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1856232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673352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recipe for your next project        Open README.md and find your agent type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" y="2203704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386584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203704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Stage 5 Governance                       Delivery blocker for all roles  —  read before your next engagement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" y="2734056"/>
            <a:ext cx="11826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2916936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734056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                                              Copy a scaffold, build your pattern, open a PR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" y="3264408"/>
            <a:ext cx="11826240" cy="49377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3447288"/>
            <a:ext cx="128016" cy="12801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264408"/>
            <a:ext cx="104851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                                           Open an issue in this repository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Studio Templates — Team Sync</dc:title>
  <dc:subject>PptxGenJS Presentation</dc:subject>
  <dc:creator>PptxGenJS</dc:creator>
  <cp:lastModifiedBy>PptxGenJS</cp:lastModifiedBy>
  <cp:revision>1</cp:revision>
  <dcterms:created xsi:type="dcterms:W3CDTF">2026-05-18T22:55:18Z</dcterms:created>
  <dcterms:modified xsi:type="dcterms:W3CDTF">2026-05-18T22:55:18Z</dcterms:modified>
</cp:coreProperties>
</file>